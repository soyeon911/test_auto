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45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5077660"/>
            <a:ext cx="9144000" cy="65839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2450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테스트 자동화 파이프라인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090672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" y="32186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SDS SWE  |  박소연2  </a:t>
            </a:r>
            <a:r>
              <a:rPr lang="en-US" sz="13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 2026.04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961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160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했는지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1704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프로젝트 개요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463040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15179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1719072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71600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했는지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17922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이전 문제점 &amp; 자동화의 장점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084832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6928" y="21396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2340864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7160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4140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파이프라인 아키텍처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2706624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6928" y="27614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2962656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37160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0358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로직 · CI/CD · Postman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328416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66928" y="33832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4440" y="3584448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37160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657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UI · Excel 리포트 2종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950208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6928" y="4005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34440" y="420624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71600" y="4005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&amp; TODO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2793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 &amp; AI Agent 도입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무엇을 했는지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— 핵심 기능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명세를 입력받아 테스트 케이스를 자동 생성·실행·리포팅하는 End-to-End 파이프라인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66928" y="1536192"/>
            <a:ext cx="54864" cy="260604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기반 TC 자동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 기반으로 Positive / Missing / Wrong Type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/ Validation 케이스를 결정론적으로 자동 생성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Zero — AI 없이 동일 입력에 동일 출력 보장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310128" y="1536192"/>
            <a:ext cx="54864" cy="260604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47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트리거 자동 실행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주기 스케줄 / commit push 시 / Swagger 버전 변경 감지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(self-hosted Windows Runner)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없을 시 실행 자동 Skip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53328" y="1536192"/>
            <a:ext cx="54864" cy="260604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리포트 &amp; 알림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자동 생성 (개발자용 / QA·비개발자용)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자동 발송 + GitHub Actions Artifact 업로드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이력 자동 보존 및 추적 가능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8010144" cy="256032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" y="4325112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Rule TC에 AI Agent 보완 레이어 설계 완료 (현재 비활성, 향후 적용 예정)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왜 했는지 I 자동화 이전의 문제점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수동 테스트의 한계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반복적인 수작업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명세 변경 시마다 사람이 직접 TC를 추가·수정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업무 부담 증가, 명세 변경 추적 실패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26864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9744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Human Error &amp; 케이스 누락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임의로 지정한 케이스 위주 테스트 → 경계값·타입 오류 케이스 다수 누락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치명적 결함 사전 발견 실패 사례 다수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결과 추적 불가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결과가 분산 → 이력 관리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회귀 버그 발생 시 원인 시점 파악 어려움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26864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09744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근무 시간 의존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직접 실행해야 하므로 근무 외 시간 테스트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야간·주말 배포 후 문제 발견 지연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60520"/>
            <a:ext cx="8010144" cy="347472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" y="4224528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결정론적으로 생성 가능한 TC조차 놓치고 있었고, 재현성·체계성이 부재한 상태였음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왜 했는지 I 자동화하면 뭐가 좋은지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188720"/>
            <a:ext cx="3419856" cy="2880360"/>
          </a:xfrm>
          <a:prstGeom prst="rect">
            <a:avLst/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36592" y="1188720"/>
            <a:ext cx="3840480" cy="2880360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36592" y="1188720"/>
            <a:ext cx="54864" cy="2880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005072" y="233857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TC 수가 담당자 역량에 의존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경계값·타입 오류 케이스 빈번히 누락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근무 시간에만 실행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결과 재현 불가, 추적 어려움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명세 변경 시 TC 동기화 지연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Swagger 명세 기반 TC 완전 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경계값·타입·정상 케이스 구조적으로 커버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+ 1시간 주기 + 커밋마다 24/7 자동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Excel 리포트로 결과 이력 체계 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명세 변경 즉시 TC 자동 재생성·동기화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서버가 구동 중이기만 하면 24시간 365일 자동 테스트 — 개발자는 로직에만 집중할 수 있어 팀 전체 생산성이 향상됩니다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어떻게 설계했는지 I 전체 아키텍처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End-to-End 파이프라인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7472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0302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03020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2130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130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태그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8026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5856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25856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27685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7685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코드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3580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411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14116" y="1261872"/>
            <a:ext cx="804672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3240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3240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91356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69664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169664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87952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87952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46904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521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125212" y="1261872"/>
            <a:ext cx="80467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14350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4350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0245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080760" y="1261872"/>
            <a:ext cx="804672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09904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9904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재기동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3630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03630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05459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5459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2종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81354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9185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991856" y="1261872"/>
            <a:ext cx="804672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1014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1014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JSON/YAML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21040" y="2340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+ Email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6928" y="27432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목표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6692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6692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4980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결정론적 재현성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980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Swagger → 동일 TC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없이 비용 Zero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7004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67004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85292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추적성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85292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TC에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 source 기록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7316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477316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95604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내성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5604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로그 수집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재기동 → 이어서 실행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7628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87628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05916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독립 평가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05916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 / Claude / Gemini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 비교 가능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66928" y="4535424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문서: QFE_AutoTC_설계구현문서.docx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어떻게 구현했는지 I Rule 기반 TC 생성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 -&gt; TC 자동 생성 규칙 6종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8010144" cy="2926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1252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52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52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케이스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527048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1581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581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정상(Positive)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example 값으로 정상 요청 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965960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2020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020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020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하나씩 제거 (필드 수만큼 자동 생성)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404872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2459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459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 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459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정수 자리에 문자열, 문자열 자리에 정수 등 타입 교환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2843784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" y="2898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2898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 of Range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898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minimum, minimum-1, maximum, maximum+1 경계값 4종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3282696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4980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337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tag별 유효하지 않은 입력 (Base64 빈값, threshold 초과 등)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3721608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49808" y="3776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3776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776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width x height x channel != image_data 바이트 수 불일치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224528"/>
            <a:ext cx="8010144" cy="274320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49808" y="427024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 (base64_image / threshold_numeric / numeric_id 등) 기반 필드 의미 파악 -&gt; 도메인에 맞는 케이스 자동 생성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어떻게 구현했는지 I CI/CD &amp; Windows SCM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(CI/CD)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353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1시간 cron 자동 실행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트리거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/ workflow 변경 시 자동 실행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감지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버전 + Swagger SHA-256 비교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없으면 실행 Skip으로 자원 절약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273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self-hosted Windows Runner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네트워크 QFE 서버 직접 접근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SCM (서비스 관리)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1768" y="1353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서버를 OS 서비스로 등록 (sc.exe)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1768" y="1993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재시작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실패: restart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실패: on_service_failure.ps1 실행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01768" y="2633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로그 + Windows Event 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시 타임스탬프 파일로 자동 보존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01768" y="3273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조회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PID · Event </a:t>
            </a:r>
            <a:r>
              <a:rPr lang="en-US" sz="100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 ·서버 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마지막 N줄 출력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460857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복구: 감지 -&gt; 로그 수집 -&gt; 서버 재기동 -&gt; PASS 케이스 Skip -&gt; 나머지 TC 이어서 실행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어떻게 구현했는지 I Postman &amp; Swagger Collection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테스트용 Postman Collection 활용 — TC 결과물 기반 재검증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1261872"/>
            <a:ext cx="1600200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926080" y="1261872"/>
            <a:ext cx="1600200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7180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937760" y="1261872"/>
            <a:ext cx="1600200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949440" y="1261872"/>
            <a:ext cx="16002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9516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304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6692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단위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중 특정 엔드포인트를 신속하게 수동 검증할 때 Swagger -&gt; Collection 즉시 활용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35584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53872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 재검증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3872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파이프라인이 FAIL 처리한 케이스를 Postman으로 직접 재현하여 원인 파악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14476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2764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신뢰도 확인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명세의 정확성을 Collection 실행으로 검증 — 명세와 실제 서버 동작의 갭 탐지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결과물 I Web UI &amp; Excel 리포트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8404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841248"/>
            <a:ext cx="54864" cy="37307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9326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261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http://192.168.150.125:7800/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15910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8196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UI 골격 완성 / TC 실행 트리거 기능 포함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실데이터 미연동 — 목업(Mockup) 상태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331720"/>
            <a:ext cx="352044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2441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목표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6700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날짜별 테스트 결과 대시보드 시각화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Pass/Fail 트렌드 차트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엔드포인트별 상태 요약 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다운로드 링크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6008" y="841248"/>
            <a:ext cx="41605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36008" y="841248"/>
            <a:ext cx="54864" cy="37307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18888" y="932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(자동 생성)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test_report.xlsx  —  개발자용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/ API List / TC Table (29컬럼) / Crash Probe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1892808"/>
            <a:ext cx="384048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18888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test_report2.xlsx  —  QA/비개발자용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2249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명세서(한글) / 엔드포인트별 요약 / 종합 요약(KPI) / 전체 결과 상세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8888" y="2651760"/>
            <a:ext cx="384048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18888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개선 과제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0175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로그를 그대로 출력한 수준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셀 색상 강조 / 조건부 서식 / 요약 차트 추가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 한눈에 PASS/FAIL 현황 파악 가능하도록 개선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결과물 I 세분화된 실패 분류 체계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Pass/Fail을 넘어 실패 원인을 구조적으로 분류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HTTP_STATUS_MISMATCH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상태코드 불일치 — 가장 기본 판정 기준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26864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9744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BODY_SCHEMA_MISMATCH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값 또는 응답 body 구조 불일치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SERVER_CRASH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발생 — 서버 로그 자동 첨부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26864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09744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CONNECTION_REFUSED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연결 거부 — 서버 미기동 상태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401568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원인 축(Axis) 분류 — Excel 리포트 색상 강조로 표시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66928" y="3749040"/>
            <a:ext cx="1956816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264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스키마 위반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(타입 오류, 필드 누락)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7004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670048" y="3749040"/>
            <a:ext cx="1956816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71576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1576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 오류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(threshold, match)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773168" y="3749040"/>
            <a:ext cx="1956816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1888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의존 오류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(DB 없음, 미등록 사용자)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876288" y="3749040"/>
            <a:ext cx="195681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2200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오류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기대 효과 I 개발 생산성의 비약적 향상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822960"/>
            <a:ext cx="2606040" cy="731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자동 테스트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55848" y="822960"/>
            <a:ext cx="2606040" cy="731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5584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5584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비용 (Rule 기반)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44768" y="822960"/>
            <a:ext cx="2606040" cy="7315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4476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 자동 커버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사이클 단축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테스트 대기 시간 제거 — 코드 push 즉시 자동 검증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루프가 짧아져 개발자 생산성이 직접 향상됩니다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1456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91456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74336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향상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가능한 TC + 세분화된 실패 분류로 버그 원인 특정 시간 단축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테스트로 기존 기능 보호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66928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49808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기반 품질 관리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변경 즉시 TC 재생성 — 명세와 실제 서버 동작의 괴리를 자동 감지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코드의 일치성 보장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791456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974336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팀/회사 ROI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4336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인력 없이도 수백 개 TC 자동 실행 — 인적 자원을 핵심 개발에 집중 투입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없이 지속적 품질 유지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TODO I AI Agent 도입으로 정밀도 향상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Rule 기반  -&gt;  목표: Rule + AI Agent 하이브리드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346557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1234440"/>
            <a:ext cx="54864" cy="32004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1325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구조 (Rule 기반)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373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비용 Zero — AI 토큰 소모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212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결정론적·재현 가능한 TC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6883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스키마 레벨 검증 강점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163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API 내부 복잡 로직 반영 한계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Context-aware edge case 생성 어려움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5603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36592" y="12344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36592" y="1234440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19472" y="1325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구조 (Rule + AI Agent)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Rule TC 기반 중복 없는 edge case 보완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LLM이 API 맥락 이해한 정밀 TC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Ollama 로컬 모델 -&gt; 토큰 비용 최소화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1638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Claude / Gemini 모델 간 효과 비교 평가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639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Step 1/2/3 실험 모드로 효과 정량화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562856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AI 제공자: Ollama (로컬 / 비용 Zero)  |  Claude (Anthropic)  |  Gemini (Google)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2340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7066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 Rule 기반 TC 자동화로 Human Error를 구조적으로 제거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 24/7 자동 실행 + 세분화된 실패 분류로 개발 신뢰성 확보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4747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 AI Agent 보완 설계 완료 — 비용 없이 정밀도를 높일 수 있는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8587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 팀의 핵심 자원을 테스트 반복 작업이 아닌 핵심 개발에 집중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 개발팀  |  박소연  |  sypark5@suprema.co.kr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1605</Words>
  <Application>Microsoft Office PowerPoint</Application>
  <PresentationFormat>화면 슬라이드 쇼(16:9)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Arial</vt:lpstr>
      <vt:lpstr>Montserrat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QFE AutoTC 세미나</dc:title>
  <dc:subject>PptxGenJS Presentation</dc:subject>
  <dc:creator>PptxGenJS</dc:creator>
  <cp:lastModifiedBy>박소연2 (Soyeon Park, Suprema)</cp:lastModifiedBy>
  <cp:revision>2</cp:revision>
  <dcterms:created xsi:type="dcterms:W3CDTF">2026-04-28T23:46:27Z</dcterms:created>
  <dcterms:modified xsi:type="dcterms:W3CDTF">2026-04-28T23:58:31Z</dcterms:modified>
</cp:coreProperties>
</file>