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QFE AutoTC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2450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테스트 자동화 파이프라인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3090672"/>
            <a:ext cx="832104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2186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 개발팀  |  박소연  |  2026.04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961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1097280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했는지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1704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프로젝트 개요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1463040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5179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1719072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517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했는지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17922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이전 문제점 &amp; 자동화의 장점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084832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396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2340864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설계했는지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4140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파이프라인 아키텍처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2706624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7614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2962656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0358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로직 · CI/CD · Postman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328416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3832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34440" y="3584448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3657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UI · Excel 리포트 2종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950208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0050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34440" y="4206240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005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&amp; TODO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42793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향상 &amp; AI Agent 도입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무엇을 했는지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— 핵심 기능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명세를 입력받아 테스트 케이스를 자동 생성·실행·리포팅하는 End-to-End 파이프라인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536192"/>
            <a:ext cx="54864" cy="260604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기반 TC 자동 생성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 기반으로 Positive / Missing / Wrong Type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 / Validation 케이스를 결정론적으로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Zero — AI 없이 동일 입력에 동일 출력 보장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536192"/>
            <a:ext cx="54864" cy="260604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트리거 자동 실행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주기 스케줄 / commit push 시 / Swagger 버전 변경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(self-hosted Windows Runner)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없을 시 실행 자동 Skip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536192"/>
            <a:ext cx="54864" cy="260604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리포트 &amp; 알림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2종 자동 생성 (개발자용 / QA·비개발자용)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자동 발송 + GitHub Actions Artifact 업로드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이력 자동 보존 및 추적 가능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8010144" cy="256032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325112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Rule TC에 AI Agent 보완 레이어 설계 완료 (현재 비활성, 향후 적용 예정)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왜 했는지 I 자동화 이전의 문제점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수동 테스트의 한계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54864" cy="12070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반복적인 수작업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6824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명세 변경 시마다 사람이 직접 TC를 추가·수정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업무 부담 증가, 명세 변경 추적 실패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261872"/>
            <a:ext cx="54864" cy="12070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Human Error &amp; 케이스 누락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6824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임의로 지정한 케이스 위주 테스트 → 경계값·타입 오류 케이스 다수 누락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치명적 결함 사전 발견 실패 사례 다수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6334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33472"/>
            <a:ext cx="54864" cy="120700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결과 추적 불가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결과가 분산 → 이력 관리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회귀 버그 발생 시 원인 시점 파악 어려움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6334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633472"/>
            <a:ext cx="54864" cy="120700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근무 시간 의존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직접 실행해야 하므로 근무 외 시간 테스트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야간·주말 배포 후 문제 발견 지연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160520"/>
            <a:ext cx="8010144" cy="347472"/>
          </a:xfrm>
          <a:prstGeom prst="rect">
            <a:avLst/>
          </a:prstGeom>
          <a:solidFill>
            <a:srgbClr val="FDF5F7"/>
          </a:solidFill>
          <a:ln w="12700">
            <a:solidFill>
              <a:srgbClr val="E8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24528"/>
            <a:ext cx="7644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결정론적으로 생성 가능한 TC조차 놓치고 있었고, 재현성·체계성이 부재한 상태였음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왜 했는지 I 자동화하면 뭐가 좋은지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841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188720"/>
            <a:ext cx="3840480" cy="2880360"/>
          </a:xfrm>
          <a:prstGeom prst="rect">
            <a:avLst/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1188720"/>
            <a:ext cx="3840480" cy="2880360"/>
          </a:xfrm>
          <a:prstGeom prst="rect">
            <a:avLst/>
          </a:prstGeom>
          <a:solidFill>
            <a:srgbClr val="FDF5F7"/>
          </a:solidFill>
          <a:ln w="12700">
            <a:solidFill>
              <a:srgbClr val="E8C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188720"/>
            <a:ext cx="54864" cy="2880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3317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TC 수가 담당자 역량에 의존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773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경계값·타입 오류 케이스 빈번히 누락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249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근무 시간에만 실행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결과 재현 불가, 추적 어려움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00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명세 변경 시 TC 동기화 지연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Swagger 명세 기반 TC 완전 자동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773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경계값·타입·정상 케이스 구조적으로 커버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249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+ 1시간 주기 + 커밋마다 24/7 자동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Excel 리포트로 결과 이력 체계 관리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200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명세 변경 즉시 TC 자동 재생성·동기화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20624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서버가 구동 중이기만 하면 24시간 365일 자동 테스트 — 개발자는 로직에만 집중할 수 있어 팀 전체 생산성이 향상됩니다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설계했는지 I 전체 아키텍처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End-to-End 파이프라인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파싱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03020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3020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1308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Enricher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1308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태그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8026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58568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58568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76856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76856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코드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3580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4116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4116" y="1261872"/>
            <a:ext cx="804672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2404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32404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91356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69664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9664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87952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46904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5212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5212" y="1261872"/>
            <a:ext cx="804672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3500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43500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0245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1261872"/>
            <a:ext cx="804672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99048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재기동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36308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36308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4596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54596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2종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81354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91856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91856" y="1261872"/>
            <a:ext cx="804672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0144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10144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JSON/YAML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321040" y="2340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+ Email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6928" y="27432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설계 목표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6692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80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결정론적 재현성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980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Swagger → 동일 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없이 비용 Zero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7004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7004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5292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추적성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85292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TC에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 source 기록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7316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7316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5604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내성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95604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→ 로그 수집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재기동 → 이어서 실행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7628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7628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5916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독립 평가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05916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Ollama / Claude / Gemini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기준 비교 가능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66928" y="4535424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문서: QFE_AutoTC_설계구현문서.docx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Rule 기반 TC 생성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 -&gt; TC 자동 생성 규칙 6종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234440"/>
            <a:ext cx="8010144" cy="2926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52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252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52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케이스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527048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581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581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정상(Positive)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example 값으로 정상 요청 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965960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020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020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020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필드 하나씩 제거 (필드 수만큼 자동 생성)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2404872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459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wrong_type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459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 Type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4597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정수 자리에 문자열, 문자열 자리에 정수 등 타입 교환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2843784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898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2898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 of Range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898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minimum, minimum-1, maximum, maximum+1 경계값 4종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3282696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input_validation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337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tag별 유효하지 않은 입력 (Base64 빈값, threshold 초과 등)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3721608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776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raw_image_relation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3776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776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width x height x channel != image_data 바이트 수 불일치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4224528"/>
            <a:ext cx="8010144" cy="274320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27024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 (base64_image / threshold_numeric / numeric_id 등) 기반 필드 의미 파악 -&gt; 도메인에 맞는 케이스 자동 생성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TC 판정 로직 &amp; AI 레이어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22960"/>
            <a:ext cx="8010144" cy="310896"/>
          </a:xfrm>
          <a:prstGeom prst="rect">
            <a:avLst/>
          </a:prstGeom>
          <a:solidFill>
            <a:srgbClr val="FDF5F7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859536"/>
            <a:ext cx="764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P/F 판정 기준: HTTP status code + success 값만 사용  |  error_code 는 판정 제외 (diag 기록 / Excel Failure Cause 분류에만 활용)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1225296"/>
            <a:ext cx="3977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25296"/>
            <a:ext cx="54864" cy="32004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 타입별 assert 함수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1627632"/>
            <a:ext cx="3657600" cy="2743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673352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Positive — 정상 케이스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1851660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== 200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029968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body['success'] is True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2208276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2386584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Negative — missing/wrong_type/boundary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2564892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in [400, 422]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743200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body['success'] is False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2921508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3099816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상태 의존 (DB/user 없을 수도 있음)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278124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in [200, 404]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456432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634740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AllInOneResponse 패턴 전용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3813048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== 200  # 항상 200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3991356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data['error_code'] == -200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27448" y="1225296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1225296"/>
            <a:ext cx="54864" cy="192024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3167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status code 자동 결정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0328" y="1682496"/>
            <a:ext cx="3401568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1719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10328" y="1975104"/>
            <a:ext cx="34015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/ wrong_type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(400, 422)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10328" y="2267712"/>
            <a:ext cx="3401568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 (state-dep)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2304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(200, 404)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10328" y="2560320"/>
            <a:ext cx="34015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2596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AllInOne 경로 그룹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20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  — 항상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0328" y="2852928"/>
            <a:ext cx="3401568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889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raw_image_relation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03720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  — nested 검사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0328" y="31638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_expected_http_statuses_for(ep, rule) 가 Swagger 명세 + semantic_tag + 경로 그룹을 종합해 자동 결정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27448" y="3200400"/>
            <a:ext cx="37033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27448" y="3200400"/>
            <a:ext cx="54864" cy="1225296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3291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보완 레이어 (현재 비활성)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0328" y="362102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Rule TC 를 컨텍스트로 LLM에 전달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10328" y="382219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AST 검증 + pytest --collect 수집 확인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10328" y="402336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DuplicateDetector 로 의미적 중복 제거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10328" y="4224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Ollama / Claude / Gemini 제공자 지원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CI/CD &amp; Windows SCM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(CI/CD)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353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1시간 cron 자동 실행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993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트리거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/ workflow 변경 시 자동 실행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감지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버전 + Swagger SHA-256 비교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없으면 실행 Skip으로 자원 절약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273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환경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511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self-hosted Windows Runner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네트워크 QFE 서버 직접 접근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SCM (서비스 관리)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01768" y="1353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서버를 OS 서비스로 등록 (sc.exe)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1768" y="1993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재시작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실패: restart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실패: on_service_failure.ps1 실행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01768" y="2633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보존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로그 + Windows Event 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시 타임스탬프 파일로 자동 보존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01768" y="3273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조회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3511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PID · Event Log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로그 마지막 N줄 출력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0857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복구: 감지 -&gt; 로그 수집 -&gt; 서버 재기동 -&gt; PASS 케이스 Skip -&gt; 나머지 TC 이어서 실행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Postman &amp; Swagger Collection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테스트용 Postman Collection 활용 — TC 결과물 기반 재검증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61872"/>
            <a:ext cx="1600200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261872"/>
            <a:ext cx="1600200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261872"/>
            <a:ext cx="1600200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261872"/>
            <a:ext cx="16002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결과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304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단위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중 특정 엔드포인트를 신속하게 수동 검증할 때 Swagger -&gt; Collection 즉시 활용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결과 재검증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3872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파이프라인이 FAIL 처리한 케이스를 Postman으로 직접 재현하여 원인 파악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476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신뢰도 확인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2764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명세의 정확성을 Collection 실행으로 검증 — 명세와 실제 서버 동작의 갭 탐지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결과물 I Web Dashboard — 테스트 결과 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http://192.168.150.125:7800/  —  pytest JSON report 기반 실시간 집계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078992"/>
            <a:ext cx="8010144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1338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 /  테스트 결과 대시보드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collected 244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0240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95.08%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73552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3552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73552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4.92%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26864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6864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5.3s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26864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duration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80176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Exit Code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80176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80176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non-zero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33488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 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33488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04-28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16:55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33488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실행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2578608"/>
            <a:ext cx="25146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2578608"/>
            <a:ext cx="54864" cy="19019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26700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Axis별 분류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3017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63040" y="3054096"/>
            <a:ext cx="123444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3054096"/>
            <a:ext cx="691286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24912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3456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63040" y="3493008"/>
            <a:ext cx="123444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493008"/>
            <a:ext cx="395021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2491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" y="3895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63040" y="3931920"/>
            <a:ext cx="123444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3931920"/>
            <a:ext cx="160477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24912" y="38953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46120" y="2578608"/>
            <a:ext cx="25146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2578608"/>
            <a:ext cx="54864" cy="190195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26700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Type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29000" y="3017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wrong_type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62272" y="3044952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62272" y="3044952"/>
            <a:ext cx="102412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04688" y="301752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429000" y="3401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input_validation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462272" y="3429000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62272" y="3429000"/>
            <a:ext cx="102412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4688" y="34015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429000" y="37856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62272" y="3813048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62272" y="3813048"/>
            <a:ext cx="86026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04688" y="37856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29000" y="4169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62272" y="4197096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62272" y="4197096"/>
            <a:ext cx="54278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04688" y="41696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925312" y="2578608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25312" y="2578608"/>
            <a:ext cx="54864" cy="1901952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08192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Status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108192" y="3017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547104" y="3054096"/>
            <a:ext cx="164592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47104" y="3054096"/>
            <a:ext cx="1645920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11312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112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08192" y="34564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547104" y="3493008"/>
            <a:ext cx="164592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47104" y="3493008"/>
            <a:ext cx="1102766" cy="1463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1131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08192" y="3895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547104" y="3931920"/>
            <a:ext cx="164592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47104" y="3931920"/>
            <a:ext cx="839419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11312" y="38953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결과물 I 실패 케이스 상세 분석 &amp; Excel 리포트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41248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41248"/>
            <a:ext cx="54864" cy="3657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엔드포인트 Top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케이스 상세 필터링 가능 (Axis / Reason / Rule)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536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/api/v3/faces/analyze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" y="175564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1755648"/>
            <a:ext cx="2121408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4/27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0391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/api/v3/faces/detect/raw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" y="225856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2258568"/>
            <a:ext cx="2121408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/api/v3/templates/match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276148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2761488"/>
            <a:ext cx="1193292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743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044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PUT /api/v3/config/max-face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" y="326440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264408"/>
            <a:ext cx="662940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46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PUT /api/v3/config/threshold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" y="376732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767328"/>
            <a:ext cx="530352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33088"/>
            <a:ext cx="3977640" cy="25603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1696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 |  Endpoint  |  Rule  |  Axis  |  Expected  |  Actual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" y="44256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failed  POST /api/v3/faces/analyze  |  input_validation  |  domain  |  200  |  422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27448" y="841248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841248"/>
            <a:ext cx="54864" cy="36576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2종 (자동 생성)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0328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test_report.xlsx  —  개발자용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0328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/ API List / TC Table (29컬럼) / Crash Probe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기반 상세 진단 데이터 포함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0328" y="1993392"/>
            <a:ext cx="374904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test_report2.xlsx  —  QA/비개발자용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0328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명세서(한글) / 엔드포인트별 요약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요약(KPI) / 전체 결과 상세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10328" y="2779776"/>
            <a:ext cx="374904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개선 과제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0328" y="3127248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로그를 그대로 출력한 수준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셀 색상 강조 / 조건부 서식 / 요약 차트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 한눈에 PASS/FAIL 현황 파악 가능하도록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결과물 I 세분화된 실패 분류 체계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Pass/Fail을 넘어 실패 원인을 구조적으로 분류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54864" cy="87782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HTTP_STATUS_MISMATCH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700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상태코드 불일치 — 가장 기본 판정 기준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261872"/>
            <a:ext cx="54864" cy="87782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BODY_SCHEMA_MISMATCH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700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값 또는 응답 body 구조 불일치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286000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286000"/>
            <a:ext cx="54864" cy="87782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SERVER_CRASH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발생 — 서버 로그 자동 첨부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286000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286000"/>
            <a:ext cx="54864" cy="87782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CONNECTION_REFUSED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연결 거부 — 서버 미기동 상태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401568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원인 축(Axis) 분류 — Excel 리포트 색상 강조로 표시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749040"/>
            <a:ext cx="1956816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스키마 위반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(타입 오류, 필드 누락)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7004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0048" y="3749040"/>
            <a:ext cx="1956816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1576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로직 오류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(threshold, match)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749040"/>
            <a:ext cx="1956816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의존 오류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(DB 없음, 미등록 사용자)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76288" y="3749040"/>
            <a:ext cx="1956816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오류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기대 효과 I 개발 생산성의 비약적 향상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22960"/>
            <a:ext cx="2606040" cy="731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자동 테스트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822960"/>
            <a:ext cx="2606040" cy="7315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5584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비용 (Rule 기반)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822960"/>
            <a:ext cx="2606040" cy="73152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 자동 커버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187452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1874520"/>
            <a:ext cx="54864" cy="10789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1965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사이클 단축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227685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테스트 대기 시간 제거 — 코드 push 즉시 자동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루프가 짧아져 개발자 생산성이 직접 향상됩니다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91456" y="187452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874520"/>
            <a:ext cx="54864" cy="10789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1965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향상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227685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 가능한 TC + 세분화된 실패 분류로 버그 원인 특정 시간 단축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테스트로 기존 기능 보호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10896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108960"/>
            <a:ext cx="54864" cy="10789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2004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기반 품질 관리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3511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변경 즉시 TC 재생성 — 명세와 실제 서버 동작의 괴리를 자동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코드의 일치성 보장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310896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3108960"/>
            <a:ext cx="54864" cy="10789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32004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팀/회사 ROI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74336" y="3511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인력 없이도 수백 개 TC 자동 실행 — 인적 자원을 핵심 개발에 집중 투입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없이 지속적 품질 유지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I AI Agent 도입으로 정밀도 향상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Rule 기반  -&gt;  목표: Rule + AI Agent 하이브리드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23444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34440"/>
            <a:ext cx="54864" cy="32004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25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구조 (Rule 기반)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7373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비용 Zero - AI 토큰 소모 없음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212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결정론적, 재현 가능한 TC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6883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스키마 레벨 검증 강점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163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 API 내부 복잡 로직 반영 한계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 Context-aware edge case 생성 어려움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5603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-&gt;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36592" y="1234440"/>
            <a:ext cx="405993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1234440"/>
            <a:ext cx="54864" cy="32004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325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구조 (Rule + AI Agent)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Rule TC 기반 중복 없는 edge case 보완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LLM이 API 맥락 이해한 정밀 TC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688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Ollama 로컬 모델 - 토큰 비용 최소화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1638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Claude / Gemini 모델 간 효과 비교 평가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3639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Step 1/2/3 실험 모드로 효과 정량화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562856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AI 제공자: Ollama (로컬 / 비용 Zero)  |  Claude (Anthropic)  |  Gemini (Google)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QFE AutoTC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66928" y="2212848"/>
            <a:ext cx="832104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40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7066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 Rule 기반 TC 자동화로 Human Error를 구조적으로 제거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 24/7 자동 실행 + 세분화된 실패 분류로 개발 신뢰성 확보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4747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 AI Agent 보완 설계 완료 - 비용 없이 정밀도를 높일 수 있는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8587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 팀의 핵심 자원을 테스트 반복 작업이 아닌 핵심 개발에 집중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 개발팀  |  박소연  |  sypark5@suprema.co.kr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QFE AutoTC 세미나</dc:title>
  <dc:subject>PptxGenJS Presentation</dc:subject>
  <dc:creator>PptxGenJS</dc:creator>
  <cp:lastModifiedBy>PptxGenJS</cp:lastModifiedBy>
  <cp:revision>1</cp:revision>
  <dcterms:created xsi:type="dcterms:W3CDTF">2026-04-29T07:57:09Z</dcterms:created>
  <dcterms:modified xsi:type="dcterms:W3CDTF">2026-04-29T07:57:09Z</dcterms:modified>
</cp:coreProperties>
</file>