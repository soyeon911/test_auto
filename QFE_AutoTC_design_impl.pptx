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23774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설계했는지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237744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전체 시스템 아키텍처  |  9단계 End-to-End 파이프라인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548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0896" y="950976"/>
            <a:ext cx="822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" y="950976"/>
            <a:ext cx="822960" cy="16459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11338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" y="13898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Parser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10896" y="17739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파싱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115568" y="138988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61872" y="950976"/>
            <a:ext cx="822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61872" y="950976"/>
            <a:ext cx="822960" cy="16459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1872" y="11338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②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61872" y="13898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Schema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Enricher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61872" y="17739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태그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보강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2066544" y="138988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12848" y="950976"/>
            <a:ext cx="822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12848" y="950976"/>
            <a:ext cx="822960" cy="16459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12848" y="11338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③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212848" y="13898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Generator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212848" y="17739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코드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결정론적 생성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3017520" y="138988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63824" y="950976"/>
            <a:ext cx="822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63824" y="950976"/>
            <a:ext cx="822960" cy="16459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63824" y="11338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④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163824" y="13898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보완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163824" y="17739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(선택)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Ollama/Claude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3968496" y="138988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0" y="950976"/>
            <a:ext cx="822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950976"/>
            <a:ext cx="822960" cy="16459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0" y="11338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⑤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114800" y="13898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114800" y="17739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rule/ ai/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분리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4919472" y="138988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65776" y="950976"/>
            <a:ext cx="822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65776" y="950976"/>
            <a:ext cx="82296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65776" y="11338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⑥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065776" y="13898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Runner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065776" y="17739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pytest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5870448" y="138988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016752" y="950976"/>
            <a:ext cx="822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16752" y="950976"/>
            <a:ext cx="822960" cy="1645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16752" y="11338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⑦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016752" y="13898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크래시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016752" y="17739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로그+재기동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이어서 실행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821424" y="138988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67728" y="950976"/>
            <a:ext cx="822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67728" y="950976"/>
            <a:ext cx="822960" cy="16459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67728" y="11338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⑧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967728" y="13898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967728" y="17739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2종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생성</a:t>
            </a:r>
            <a:endParaRPr lang="en-US" sz="680" dirty="0"/>
          </a:p>
        </p:txBody>
      </p:sp>
      <p:sp>
        <p:nvSpPr>
          <p:cNvPr id="58" name="Text 56"/>
          <p:cNvSpPr/>
          <p:nvPr/>
        </p:nvSpPr>
        <p:spPr>
          <a:xfrm>
            <a:off x="7772400" y="138988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918704" y="950976"/>
            <a:ext cx="822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918704" y="950976"/>
            <a:ext cx="822960" cy="164592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18704" y="11338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20F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⑨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918704" y="13898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발송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918704" y="17739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알림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Artifact 업로드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310896" y="21579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JSON/YAML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8229600" y="21579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 +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Email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6928" y="2578608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설계 원칙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66928" y="2907792"/>
            <a:ext cx="1975104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66928" y="2907792"/>
            <a:ext cx="54864" cy="150876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1520" y="299923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결정론적 재현성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731520" y="329184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Swagger → 동일 TC 출력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없이 비용 Zero, 항상 동일한 결과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670048" y="2907792"/>
            <a:ext cx="1975104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670048" y="2907792"/>
            <a:ext cx="54864" cy="150876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834640" y="299923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명세 추적성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2834640" y="329184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TC에 generation_rule 기록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변경 시 TC 자동 재생성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773168" y="2907792"/>
            <a:ext cx="1975104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73168" y="2907792"/>
            <a:ext cx="54864" cy="1508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37760" y="299923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크래시 내성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4937760" y="329184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 → 로그 수집 → 재기동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 PASS된 TC는 Skip, 이어서 실행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876288" y="2907792"/>
            <a:ext cx="1975104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876288" y="2907792"/>
            <a:ext cx="54864" cy="1508760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040880" y="299923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독립 평가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7040880" y="329184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Ollama / Claude / Gemini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기준·규칙으로 비교 평가 가능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23774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설계했는지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237744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Schema Enricher  |  필드 의미 해석과 유효값 결정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548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804672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스키마만으로는 필드의 의미를 알 수 없다  →  Semantic Tag + x_constraints 를 주입하여 Generator 가 도메인에 맞는 TC를 생성하게 한다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1133856"/>
            <a:ext cx="397764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1133856"/>
            <a:ext cx="54864" cy="208483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12252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Semantic Tag 분류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" y="1554480"/>
            <a:ext cx="3657600" cy="292608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12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base64_image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31136" y="16002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string / 잘못된 base64 → invalid_image 케이스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49808" y="1883664"/>
            <a:ext cx="3657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19293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12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threshold_numeric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231136" y="19293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0~1 범위 float → 범위 밖 값(1.1, -0.1) 경계 케이스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9808" y="2212848"/>
            <a:ext cx="3657600" cy="292608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258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12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numeric_id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231136" y="22585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양의 정수 ID → 0, 음수, 문자열 wrong_type 케이스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49808" y="2542032"/>
            <a:ext cx="3657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5877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12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boolean_flag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231136" y="25877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true/false 외 값 → 타입 오류 케이스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49808" y="2871216"/>
            <a:ext cx="3657600" cy="292608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29169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12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raw_image_bytes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231136" y="29169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width×height×ch != bytes 크기 불일치 케이스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27448" y="1133856"/>
            <a:ext cx="406908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27448" y="1133856"/>
            <a:ext cx="54864" cy="208483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12252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_good_value()  유효값 결정 우선순위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18888" y="153619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1순위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41264" y="153619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cons.get('example')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223760" y="15361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schema_enricher가 x_constraints에 저장한 Swagger example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18888" y="181051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2순위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41264" y="181051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schema.get('example')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223760" y="18105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원본 example 필드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18888" y="208483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3순위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541264" y="208483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(min + max) / 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223760" y="20848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minimum / maximum 중간값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18888" y="235915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4순위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541264" y="235915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223760" y="23591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명시된 하한값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818888" y="263347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5순위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541264" y="263347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_GOOD_BY_TAG[semantic_tag]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223760" y="26334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태그별 도메인 기본값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818888" y="290779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6순위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541264" y="290779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타입별 최후 기본값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223760" y="29077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string→'test_string',  number→1.5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66928" y="3310128"/>
            <a:ext cx="3977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6928" y="3310128"/>
            <a:ext cx="54864" cy="109728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9808" y="34015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x_constraints 보강 (SchemaEnricher)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49808" y="3657600"/>
            <a:ext cx="3657600" cy="64008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2960" y="3694176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schema['x_constraints'] = {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22960" y="3845052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'minimum': 0,  'maximum': 100000,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22960" y="3995928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'example': 0.7,  # Swagger example 값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22960" y="4146804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727448" y="3310128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27448" y="3310128"/>
            <a:ext cx="54864" cy="10972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10328" y="34015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_coerce()  Go 타입 엄격성 대응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910328" y="3657600"/>
            <a:ext cx="3749040" cy="64008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83480" y="3694176"/>
            <a:ext cx="3602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Go: int 필드에 50000.0(float) → unmarshal 오류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4983480" y="3845052"/>
            <a:ext cx="3602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_coerce(v):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4983480" y="3995928"/>
            <a:ext cx="3602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isinstance(v, float) and v.is_integer():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4983480" y="4146804"/>
            <a:ext cx="3602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int(v)  # 50000.0 → 50000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23774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설계했는지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237744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TC 판정 로직  |  Assert 전략 &amp; Expected Status 설계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548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804672"/>
            <a:ext cx="8010144" cy="274320"/>
          </a:xfrm>
          <a:prstGeom prst="rect">
            <a:avLst/>
          </a:prstGeom>
          <a:solidFill>
            <a:srgbClr val="FDF5F7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822960"/>
            <a:ext cx="7644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 기준: HTTP status code + success 값만 사용  |  error_code 는 판정 제외 → diag 기록 후 Excel Failure Cause 분류에만 활용  (이유: 동일 negative 케이스라도 서버 상태에 따라 error_code가 달라질 수 있음)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1152144"/>
            <a:ext cx="4023360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1152144"/>
            <a:ext cx="54864" cy="325526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1243584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엔드포인트 타입별 Assertion 함수  (4종)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" y="1536192"/>
            <a:ext cx="3712464" cy="2761488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158191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8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① Positive — 정상 케이스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822960" y="1759306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status == 200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822960" y="1936699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body['success'] is True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822960" y="2114093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822960" y="2291486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8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② Negative (missing/wrong_type/boundary)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822960" y="2468880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B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status in [400, 422]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822960" y="2646274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B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body['success'] is False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822960" y="2823667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822960" y="3001061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8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③ 상태 의존 (DB/user 없을 수 있음)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822960" y="3178454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status in [200, 404]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822960" y="3355848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822960" y="353324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8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④ AllInOneResponse 전용 패턴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822960" y="3710635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3B1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status == 200  # 항상 200 반환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822960" y="3888029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3B1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data['error_code'] == -200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822960" y="406542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3B1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data['status'] == 'no_faces_detected'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4727448" y="1152144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27448" y="1152144"/>
            <a:ext cx="54864" cy="182880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_expected_http_statuses_for()  자동 결정 로직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18888" y="1591056"/>
            <a:ext cx="3886200" cy="201168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1618488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positive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821424" y="1618488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(200,)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18888" y="1819656"/>
            <a:ext cx="38862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82896" y="1847088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missing_required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821424" y="1847088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12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(400, 422)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18888" y="2048256"/>
            <a:ext cx="3886200" cy="201168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82896" y="2075688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wrong_type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821424" y="2075688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12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(400, 422)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18888" y="2276856"/>
            <a:ext cx="38862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82896" y="2304288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boundary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821424" y="2304288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12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(400, 422)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18888" y="2505456"/>
            <a:ext cx="3886200" cy="201168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82896" y="2532888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state_dependent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821424" y="2532888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(200, 404)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18888" y="2734056"/>
            <a:ext cx="38862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82896" y="2761488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AllInOne 경로 그룹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21424" y="2761488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20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(200,)  고정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27448" y="3072384"/>
            <a:ext cx="406908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27448" y="3072384"/>
            <a:ext cx="54864" cy="1335024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10328" y="31638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0F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AllInOneResponse 패턴  —  설계 주의사항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910328" y="3493008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/all-in-one, /multi-detect, /faces/analyze,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10328" y="3666744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/faces/detect/raw  →  입력 오류·얼굴 미검출 시에도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910328" y="3840480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 레벨에서 절대 400/422 반환하지 않음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10328" y="4014216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대신 HTTP 200 + data.error_code=-200 으로 응답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910328" y="4187952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20F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 별도 nested assertion 함수 필요 (_FIXED_CHANNEL_3_PATHS 경로 세트)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237744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구현했는지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237744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Rule 기반 TC 생성  |  6가지 규칙 &amp; 중복 방지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548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804672"/>
            <a:ext cx="8010144" cy="27432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8229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규칙명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93392" y="8229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유형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73552" y="822960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 케이스 / 판단 기준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0" y="8229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생성 케이스 수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1133856"/>
            <a:ext cx="801014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1133856"/>
            <a:ext cx="54864" cy="384048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120700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93392" y="12070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 (Positive)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73552" y="118872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example 값 → 정상 요청. _good_value() 6순위 우선순위로 결정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43600" y="12070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endpoint 당 1건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6928" y="1554480"/>
            <a:ext cx="8010144" cy="384048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1554480"/>
            <a:ext cx="54864" cy="384048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16276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missing_required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93392" y="162763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Missing Required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73552" y="1609344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required 필드 하나씩 제거. N개 필드 → N개 TC 자동 생성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43600" y="1627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required 필드 수만큼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6928" y="1975104"/>
            <a:ext cx="801014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1975104"/>
            <a:ext cx="54864" cy="384048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2048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wrong_type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93392" y="204825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Wrong Type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73552" y="2029968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정수→문자열, 문자열→정수, 숫자→boolean 타입 교환. Go unmarshal 엄격성 검증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943600" y="20482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필드 수 × 타입 조합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66928" y="2395728"/>
            <a:ext cx="8010144" cy="384048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2395728"/>
            <a:ext cx="54864" cy="384048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24688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3392" y="24688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 of Range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73552" y="245059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min, min-1, max, max+1 경계값 4종. _coerce()로 float→int 변환 포함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943600" y="24688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min/max 존재 시 4건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66928" y="2816352"/>
            <a:ext cx="801014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928" y="2816352"/>
            <a:ext cx="54864" cy="384048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28895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input_validation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993392" y="288950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Invalid Format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73552" y="287121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semantic_tag별 유효하지 않은 입력. base64_image→빈값, threshold→1.1/-0.1 등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943600" y="28895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tag 유형 당 2~4건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66928" y="3236976"/>
            <a:ext cx="8010144" cy="384048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6928" y="3236976"/>
            <a:ext cx="54864" cy="384048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" y="33101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raw_image_relation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993392" y="331012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Invalid Format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73552" y="329184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width × height × channel ≠ image_data 바이트 수 불일치. 크기 계산 위반 케이스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943600" y="33101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불일치 조합 3~5건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66928" y="3694176"/>
            <a:ext cx="8010144" cy="713232"/>
          </a:xfrm>
          <a:prstGeom prst="rect">
            <a:avLst/>
          </a:prstGeom>
          <a:solidFill>
            <a:srgbClr val="F5F0F1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6928" y="3694176"/>
            <a:ext cx="54864" cy="71323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3749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fingerprint 기반 중복 생성 방지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49808" y="4005072"/>
            <a:ext cx="7644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operation_id | method | path | params_hash  →  SHA-256[:16]  →  이미 처리된 fingerprint 면 Skip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 diff 병행: 새로운 함수 없으면 파일 재작성 안 함  →  불필요한 TC 재생성 방지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237744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구현했는지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237744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서버 크래시 복구  |  감지 → 이어서 실행 전략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548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804672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실행 중 서버가 크래시되면 단순 재실행 시 PASS된 TC를 다시 실행하게 됨  →  정확한 재실행을 위한 5단계 전략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1115568"/>
            <a:ext cx="397764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1115568"/>
            <a:ext cx="54864" cy="33101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1207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크래시 후 재실행 5단계 전략  (main.py)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" y="1554480"/>
            <a:ext cx="530352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166420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371600" y="1591056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PASS 목록 추출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1600" y="17922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JSON 리포트에서 passed nodeid 집합 추출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9808" y="2029968"/>
            <a:ext cx="530352" cy="9144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2121408"/>
            <a:ext cx="530352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2231136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371600" y="2157984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크래시 유발 TC 특정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71600" y="23591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nodeid 순서에서 첫 번째 failed/error → 크래시 유발로 판정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9808" y="2596896"/>
            <a:ext cx="530352" cy="9144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2688336"/>
            <a:ext cx="530352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279806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371600" y="2724912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skip_set 구성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71600" y="29260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passed + 크래시 유발 TC를 skip_set에 등록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9808" y="3163824"/>
            <a:ext cx="530352" cy="9144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3255264"/>
            <a:ext cx="530352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3364992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371600" y="3291840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나머지 TC 재실행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371600" y="34930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skip_set 제외한 nodeids만 pytest 재실행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" y="3730752"/>
            <a:ext cx="530352" cy="9144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" y="3822192"/>
            <a:ext cx="530352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393192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371600" y="3858768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합산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371600" y="40599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passed = 1차 passed + 재실행 passed 정확히 합산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27448" y="1115568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27448" y="1115568"/>
            <a:ext cx="54864" cy="182880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0328" y="12070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conftest.py  —  TC별 실시간 크래시 감지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10328" y="1499616"/>
            <a:ext cx="3749040" cy="1316736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1536192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call 단계 직후 헬스체크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83480" y="1746504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is_alive(base_url, timeout=2):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83480" y="1956816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diag['server_crash'] = True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83480" y="2167128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diag['server_log_tail'] = tail_log(N)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83480" y="2377440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teardown: restart_server()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83480" y="2587752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성공 시 다음 TC부터 정상 실행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27448" y="3035808"/>
            <a:ext cx="40690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27448" y="3035808"/>
            <a:ext cx="54864" cy="1389888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10328" y="31272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diag 구조  —  TC별 진단 데이터 (tests/helpers/diag.py)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18888" y="34747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7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http_status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17920" y="34747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응답 status code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818888" y="36530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7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217920" y="36530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body.success 값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818888" y="383133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7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error_code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217920" y="38313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body.error_code (판정 미사용, 분류용)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818888" y="40096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7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server_crash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217920" y="400964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크래시 발생 여부 bool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818888" y="418795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7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failure_level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217920" y="418795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HTTP_STATUS_MISMATCH / BODY_SCHEMA_MISMATCH / SERVER_CRASH 등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237744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구현했는지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237744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CI/CD &amp; Windows SCM  |  자동 실행 &amp; 서비스 운영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548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804672"/>
            <a:ext cx="3977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804672"/>
            <a:ext cx="54864" cy="365760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896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  (CI/CD)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" y="1261872"/>
            <a:ext cx="3474720" cy="219456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1261872"/>
            <a:ext cx="45720" cy="21945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1280160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cron: 매 1시간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9808" y="1536192"/>
            <a:ext cx="3474720" cy="219456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1536192"/>
            <a:ext cx="45720" cy="219456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1554480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push: swagger / workflow 변경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9808" y="1810512"/>
            <a:ext cx="3474720" cy="219456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1810512"/>
            <a:ext cx="45720" cy="21945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1828800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workflow_dispatch: 수동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9808" y="21488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Job 구성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" y="2414016"/>
            <a:ext cx="3621024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2414016"/>
            <a:ext cx="54864" cy="786384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24871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job1: detect-changes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14400" y="27249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버전 + Swagger SHA-256 비교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없으면 should_run=false → job2 Skip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3227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 should_run=true 시만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49808" y="3291840"/>
            <a:ext cx="3621024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3291840"/>
            <a:ext cx="54864" cy="7863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33649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job2: run-tests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4400" y="360273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재생성 → pytest 실행 → Excel 리포트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Artifact 업로드 (xlsx, json, jsonl)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" y="4169664"/>
            <a:ext cx="3621024" cy="201168"/>
          </a:xfrm>
          <a:prstGeom prst="rect">
            <a:avLst/>
          </a:prstGeom>
          <a:solidFill>
            <a:srgbClr val="F5F0F1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4187952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runs-on: [self-hosted, windows]  |  shell: powershell  |  PYTHONIOENCODING: utf-8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27448" y="804672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27448" y="804672"/>
            <a:ext cx="54864" cy="365760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0328" y="896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SCM  (서비스 운영)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10328" y="1261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장애 자동 복구 (sc.exe failure 설정)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18888" y="1554480"/>
            <a:ext cx="3886200" cy="256032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82896" y="158191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실패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42432" y="15819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675120" y="15819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재시작 (즉시)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18888" y="1847088"/>
            <a:ext cx="3886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82896" y="187452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 실패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42432" y="1874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75120" y="1874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on_service_failure.ps1 실행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18888" y="2139696"/>
            <a:ext cx="3886200" cy="256032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82896" y="216712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reset 주기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742432" y="21671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86400초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675120" y="21671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1일 후 카운터 리셋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10328" y="2542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보존 전략  (2가지)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18888" y="2816352"/>
            <a:ext cx="3886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18888" y="2816352"/>
            <a:ext cx="54864" cy="80467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83480" y="28895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로그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983480" y="312724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run_qfe_server_wrapper.ps1 이 stderr 를 server_logs/server_stderr.log 로 redirect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크래시 시 on_service_failure.ps1 이 타임스탬프 파일로 복사 보존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18888" y="3730752"/>
            <a:ext cx="3886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18888" y="3730752"/>
            <a:ext cx="54864" cy="80467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83480" y="38039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Event Log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983480" y="404164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상태 변경(시작/중지/오류)이 Event Log 에 자동 기록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collect_crash_logs.ps1 이 Event Log + 파일 로그를 함께 수집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QFE AutoTC — 설계 &amp; 구현</dc:title>
  <dc:subject>PptxGenJS Presentation</dc:subject>
  <dc:creator>PptxGenJS</dc:creator>
  <cp:lastModifiedBy>PptxGenJS</cp:lastModifiedBy>
  <cp:revision>1</cp:revision>
  <dcterms:created xsi:type="dcterms:W3CDTF">2026-04-29T23:53:24Z</dcterms:created>
  <dcterms:modified xsi:type="dcterms:W3CDTF">2026-04-29T23:53:24Z</dcterms:modified>
</cp:coreProperties>
</file>