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시행착오 &amp; 교훈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서버 크래시 대응  &amp;  API v2 → v3 파서 재설계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822960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822960"/>
            <a:ext cx="54864" cy="3611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①  서버 크래시 발생 시 결과 오염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1243584"/>
            <a:ext cx="3621024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1280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 —  단순 재실행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" y="14813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→ 전체 TC 재실행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PASS된 TC도 다시 실행 → 결과 카운트 오염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어느 TC가 크래시를 유발했는지 특정 불가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19476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  해결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" y="2194560"/>
            <a:ext cx="3621024" cy="1115568"/>
          </a:xfrm>
          <a:prstGeom prst="rect">
            <a:avLst/>
          </a:prstGeom>
          <a:solidFill>
            <a:srgbClr val="F1F8E9"/>
          </a:solidFill>
          <a:ln w="12700">
            <a:solidFill>
              <a:srgbClr val="AED5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2311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 —  5단계 정밀 재실행 전략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77824" y="246888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JSON 리포트에서 passed nodeid 집합 추출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877824" y="264261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전체 실행 순서 기준 첫 failed → 크래시 유발 TC 특정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77824" y="2816352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passed + 크래시 유발 TC를 skip_set 등록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77824" y="29900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나머지 TC만 재실행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77824" y="3163824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1차 passed + 재실행 passed 정확히 합산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49808" y="3383280"/>
            <a:ext cx="3621024" cy="896112"/>
          </a:xfrm>
          <a:prstGeom prst="rect">
            <a:avLst/>
          </a:prstGeom>
          <a:solidFill>
            <a:srgbClr val="F9F9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4381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conftest.py  —  TC별 실시간 감지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" y="36393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call 단계 직후 is_alive() 헬스체크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감지 시 diag에 server_crash=True + 로그 tail 기록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teardown 단계에서 restart_server() 자동 시도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27448" y="82296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7448" y="822960"/>
            <a:ext cx="54864" cy="3611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914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②  API v2 → v3 경로 구조 변경 대응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0328" y="1243584"/>
            <a:ext cx="3712464" cy="932688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1280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 —  문자열 직접 파싱 (v2 기준 하드코딩)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47488" y="1499616"/>
            <a:ext cx="3474720" cy="56692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1536192"/>
            <a:ext cx="3328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/api/v2/ 이후 문자열을 substring으로 추출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5120640" y="1672438"/>
            <a:ext cx="3328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endpoint["path"]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5120640" y="1808683"/>
            <a:ext cx="3328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suffix = path.split("/api/v2/")[1]  # 하드코딩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5120640" y="1944929"/>
            <a:ext cx="3328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v3로 변경 시 전부 깨짐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035040" y="2487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  재설계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10328" y="2743200"/>
            <a:ext cx="3712464" cy="1481328"/>
          </a:xfrm>
          <a:prstGeom prst="rect">
            <a:avLst/>
          </a:prstGeom>
          <a:solidFill>
            <a:srgbClr val="F1F8E9"/>
          </a:solidFill>
          <a:ln w="12700">
            <a:solidFill>
              <a:srgbClr val="AED5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2779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 —  Swagger paths 객체 기반 완전 파싱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47488" y="301752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paths 객체를 직접 순회 → 버전 무관하게 동작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326440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{user_id} 형태 경로 파라미터 → in:path 로 추출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47488" y="351129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$ref 참조를 inline 해석 (참조 없으면 {} 반환)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47488" y="37581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parameters 배열을 in=path / query / body 로 분류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47488" y="40050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→ rule_based_generator 가 각 위치에 맞는 TC 생성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시행착오 &amp; 교훈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Value 예측  |  Swagger 만으로는 부족했다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822960"/>
            <a:ext cx="2560320" cy="27432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  Swagger만으로 시도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0" y="859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64992" y="822960"/>
            <a:ext cx="256032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  문제 인식 &amp; 명세 요청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07024" y="859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8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63056" y="822960"/>
            <a:ext cx="25603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  예측 전략 확정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11887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1188720"/>
            <a:ext cx="54864" cy="32004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error_code assertion 포함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TC를 생성·실행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" y="1737360"/>
            <a:ext cx="2286000" cy="292608"/>
          </a:xfrm>
          <a:prstGeom prst="rect">
            <a:avLst/>
          </a:prstGeom>
          <a:solidFill>
            <a:srgbClr val="FDF5F7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 다량 발생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210312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Swagger에는 error_code 명세 없음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236829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negative 케이스라도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263347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상태에 따라 error_code 달라짐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28986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31638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/faces/analyze 에 빈 이미지 전송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" y="342900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face 없으면 error_code = -8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9808" y="369417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param 오류면 error_code = -90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" y="395935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어떤 값이 '정답'인지 알 수 없음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64992" y="118872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4992" y="1188720"/>
            <a:ext cx="54864" cy="3200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팀장님께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error_code 명세 요청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47872" y="1737360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파악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47872" y="1940357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error_code가 단순 숫자이며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47872" y="2143354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내부 동작에 따라 여러 값 가능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47872" y="2346350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→ 외부에서 예측 불가능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47872" y="2549347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47872" y="2752344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내용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47872" y="2955341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QFE 서버 error_code 전체 매핑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547872" y="3158338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어떤 상황에서 어떤 코드 반환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47872" y="3361334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47872" y="3564331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팀장님 응답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47872" y="3767328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-8  : FAILED_FACE_DETECT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547872" y="3970325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-20 : DATABASE_NOT_EXIST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547872" y="4173322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-90 : INVALID_PARAMETER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547872" y="4376318"/>
            <a:ext cx="23042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-100 : NOT_REGISTERED_USER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63056" y="1188720"/>
            <a:ext cx="26334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63056" y="1188720"/>
            <a:ext cx="54864" cy="3200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12984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전략 2가지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45936" y="1737360"/>
            <a:ext cx="2304288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AED5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45936" y="173736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①  error_code 판정 제외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45936" y="204825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status + success 값만으로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45936" y="226771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P/F 판정 → 안정적·재현 가능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345936" y="24871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error_code는 diag에 기록하여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45936" y="270662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Failure Cause 분류에만 활용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45936" y="2962656"/>
            <a:ext cx="2304288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AED5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45936" y="29626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②  error_code 명세 활용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345936" y="32735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명세로 error_code 매핑 구축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45936" y="349300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Failure Cause 자동 분류에 사용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45936" y="371246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Excel 리포트에서 원인별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345936" y="393192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색상 강조 &amp; 레이블 표시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시행착오 &amp; 교훈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0" y="54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3774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결론  |  Swagger 만으로 가능한 것 vs 추가로 필요한 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804672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목표: 'Swagger 파일 하나만 있으면 테스트 자동화가 가능하다'  →  실제로 해보니: Swagger 는 구조는 알지만 서버의 동작 의도는 모른다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1133856"/>
            <a:ext cx="384048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133856"/>
            <a:ext cx="54864" cy="32735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133856"/>
            <a:ext cx="384048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17043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만으로 자동 생성 가능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1536192"/>
            <a:ext cx="3621024" cy="30175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15636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TC 구조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39696" y="156362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endpoint · method · path · query · body 파라미터 추출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1874520"/>
            <a:ext cx="36210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1901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Positive 케이스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39696" y="190195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example 값 기반 정상 요청 구성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2212848"/>
            <a:ext cx="3621024" cy="30175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240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Missing 케이스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39696" y="224028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 필드 하나씩 제거 → N개 TC 자동 생성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8368" y="2551176"/>
            <a:ext cx="36210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578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Wrong Type 케이스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39696" y="257860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교환 (int↔string, bool 등) — Go 타입 엄격성 검증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8368" y="2889504"/>
            <a:ext cx="3621024" cy="301752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9169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Boundary 케이스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39696" y="2916936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minimum / maximum 경계값 4종 자동 생성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8368" y="3227832"/>
            <a:ext cx="36210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32552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 HTTP 대략 예측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39696" y="325526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positive→200, missing/wrong_type→[400,422] 로 예측 가능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90288" y="1133856"/>
            <a:ext cx="420624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1133856"/>
            <a:ext cx="54864" cy="327355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1133856"/>
            <a:ext cx="4206240" cy="32918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17043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정확도를 높이려면 추가로 필요한 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81728" y="1536192"/>
            <a:ext cx="398678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1728" y="1536192"/>
            <a:ext cx="54864" cy="69494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60934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  error_code 명세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1865376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상황에서 어떤 error_code가 반환되는지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팀/개발자만 알 수 있는 서버 내부 정보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81728" y="2304288"/>
            <a:ext cx="398678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1728" y="2304288"/>
            <a:ext cx="54864" cy="69494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37744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  서버 특수 동작 문서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2633472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AllInOneResponse 패턴처럼 HTTP 200이지만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data에 실패 정보가 담기는 예외 패턴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81728" y="3072384"/>
            <a:ext cx="398678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1728" y="3072384"/>
            <a:ext cx="54864" cy="69494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14553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  상태 의존 엔드포인트 목록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0" y="3401568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/ 사전 등록 데이터가 필요한 API 목록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테스트 환경 사전 구성 여부 판단 기준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81728" y="3840480"/>
            <a:ext cx="3986784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81728" y="3840480"/>
            <a:ext cx="54864" cy="69494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91363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  Semantic 도메인 지식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46320" y="4169664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threshold=0.7 이 '실제로 유효한 값'인지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Swagger example 만으론 의미 파악 불가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66928" y="4480560"/>
            <a:ext cx="8229600" cy="38404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4507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최종 결론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682496" y="4507992"/>
            <a:ext cx="7004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품질 = Swagger 품질  +  서버 동작 문서 (error_code 명세 · 특수 패턴)  |  초기엔 실패율 높더라도 명세 보완하면서 정확도를 점진적으로 향상할 수 있는 구조를 갖추는 것이 핵심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2026-04-29T23:59:49Z</dcterms:created>
  <dcterms:modified xsi:type="dcterms:W3CDTF">2026-04-29T23:59:49Z</dcterms:modified>
</cp:coreProperties>
</file>